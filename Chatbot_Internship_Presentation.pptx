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notesMasterIdLst>
    <p:notesMasterId r:id="rId14"/>
  </p:notesMasterIdLst>
  <p:sldIdLst>
    <p:sldId id="267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1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4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39B39-2B6F-863D-BDB0-483DF0081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8C11C-4BFC-E50F-E674-93F3A552A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20FF-CC3E-E5F3-1AE3-955F70A4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F152F-37EB-FB40-923F-2095192C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7E19F-429F-8D25-89F8-E9EDB203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6727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40FD-6F03-EBAE-40D4-F76EF5E50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ADA2-6039-8957-5608-CF945C273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721F3-7C55-8391-F8B5-438F56F4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81578-7236-7E10-3143-2A433C0B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3A8D1-03E2-227B-7312-4187D4D9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1636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2682-D32E-A1F0-9D0B-3DAE05D4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2C993-FA05-8E13-B847-AECC416AB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1D3BA-F320-5934-6AB7-B4190A52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F6126-E558-B8AB-D1F3-098CE8FF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C9EB-C09D-4C03-7435-2483F388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570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B218-70F3-53D9-5E55-842058CC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0E93-F71C-024A-C9B1-AFB9FCBE7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A7BC8-5A57-408C-FD68-D63593237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643C2-C6DF-2E6F-2A5A-6D07B19A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6D508-19FC-BF31-427A-228ADB81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4A370-F8F0-B668-C383-AAB0B6DD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420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AA47-4AA5-93CB-C4A5-FFC8EBA9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831A-7D63-5457-0618-7D33AC957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5D58-FA46-AF0C-BE5A-A0AEDF3A5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809BF-356E-1C1C-6766-00A5F5BCC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FAAE0-BD4E-783D-F888-BB217A7AE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68C47-C6CD-F31C-AB91-9B50F065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9A332-5AFE-1117-8D76-ED7BB81C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3281F-ED8A-775C-6BCC-6ADE12D2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045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59C83-9C17-D54E-A88B-6DB45489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75AAF-818A-7A21-0E6D-2B1D143B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EA0C8-C4F9-8DC6-6DEA-594A955F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8B0C2-6D91-BB52-700C-056B13C5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737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F655E-DCB9-A09D-2DD5-599C0714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85CC8-0E7D-85C8-0FA6-31CB6499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8AABC-A2AF-040F-4084-47AA99E0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7050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4E7C-7A4A-FB6E-1AD6-E170D5EA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9C72-AC1A-911C-09F1-7997DB6AD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10A10-8E92-E15F-E90B-50EE3096C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F4CC3-EE05-B55F-399A-20997CF4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82DD-FE09-CAE5-6D92-8DB583C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E75CB-3E18-520D-8BDA-714BC1FE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4685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2990-A56B-B63B-ABEB-71FAE575F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8CC19-26CF-F9BA-4B9B-8303F50F4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E6695-CF9F-ED95-1260-CC9CE694F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FA684-00B9-BED5-6896-D7E2BDB5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00ABD-3EE7-3A89-D28D-82187DD5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191B4-0C2B-5596-EA3D-D298B640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4528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F9B1-0196-3A19-8B70-4C1E0B81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99048-AFD4-44CC-BAC7-08BCB1E96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6695-47DE-FEFD-5A07-491C3ECC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22B60-D4EE-C25C-3F0D-0B42F211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25F00-98DD-0D61-B9A9-A835ACCD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51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3DF45-5D55-B2DF-0EB0-CB12129D4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5DB5E-BF23-5164-6108-26B67F6FB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6DE7A-3F3A-D245-A139-BBA7AE29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C06BF-9D55-6F5E-0EC8-18E608E8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D00C-CF41-7595-2E87-A5D59C3A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461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9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7642C-A189-E33E-C46A-082808FD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6769A-DF93-EC7F-D842-0D1F11C4C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9593-DE2C-57E9-3567-F8682CF65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FEC74-0A30-8F6C-06AF-CD10E155A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37CFA-0A7F-86CB-6DEE-91CE3533D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8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ILM University, Gurugram | Gurugram">
            <a:extLst>
              <a:ext uri="{FF2B5EF4-FFF2-40B4-BE49-F238E27FC236}">
                <a16:creationId xmlns:a16="http://schemas.microsoft.com/office/drawing/2014/main" id="{5A83B897-8A51-1CC6-6979-BBBB74D4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904227" cy="14591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AFEAD2-2F5F-3ADE-7C02-E6CBD0AA3883}"/>
              </a:ext>
            </a:extLst>
          </p:cNvPr>
          <p:cNvSpPr txBox="1"/>
          <p:nvPr/>
        </p:nvSpPr>
        <p:spPr>
          <a:xfrm>
            <a:off x="-133164" y="0"/>
            <a:ext cx="12325164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</a:t>
            </a:r>
            <a:r>
              <a:rPr lang="en-IN" sz="4400" b="1" dirty="0"/>
              <a:t>INTERNSHIP PRESENTATION</a:t>
            </a:r>
          </a:p>
          <a:p>
            <a:endParaRPr lang="en-IN" sz="4400" b="1" dirty="0"/>
          </a:p>
          <a:p>
            <a:pPr algn="ctr"/>
            <a:r>
              <a:rPr lang="en-IN" sz="3600" b="1" dirty="0"/>
              <a:t>Mayank Kumar</a:t>
            </a:r>
          </a:p>
          <a:p>
            <a:pPr algn="ctr"/>
            <a:r>
              <a:rPr lang="en-IN" sz="3600" b="1" dirty="0"/>
              <a:t>Roll No.:</a:t>
            </a:r>
            <a:r>
              <a:rPr lang="en-IN" sz="3600" dirty="0"/>
              <a:t> 25SCS1003004705</a:t>
            </a:r>
            <a:br>
              <a:rPr lang="en-IN" sz="3600" dirty="0"/>
            </a:br>
            <a:r>
              <a:rPr lang="en-IN" sz="3600" b="1" dirty="0"/>
              <a:t>Section:</a:t>
            </a:r>
            <a:r>
              <a:rPr lang="en-IN" sz="3600" dirty="0"/>
              <a:t> CSE 32</a:t>
            </a:r>
            <a:br>
              <a:rPr lang="en-IN" sz="3600" dirty="0"/>
            </a:br>
            <a:endParaRPr lang="en-IN" sz="3600" dirty="0"/>
          </a:p>
          <a:p>
            <a:pPr algn="ctr"/>
            <a:r>
              <a:rPr lang="en-IN" sz="3600" b="1" dirty="0"/>
              <a:t>INTERNSHIP DETAILS</a:t>
            </a:r>
          </a:p>
          <a:p>
            <a:pPr algn="ctr"/>
            <a:r>
              <a:rPr lang="en-IN" sz="3600" b="1" dirty="0"/>
              <a:t>Domain:</a:t>
            </a:r>
            <a:r>
              <a:rPr lang="en-IN" sz="3600" dirty="0"/>
              <a:t> Artificial Intelligence</a:t>
            </a:r>
          </a:p>
          <a:p>
            <a:pPr algn="ctr"/>
            <a:br>
              <a:rPr lang="en-IN" sz="3600" dirty="0"/>
            </a:br>
            <a:r>
              <a:rPr lang="en-IN" sz="3600" b="1" dirty="0"/>
              <a:t>Organization:</a:t>
            </a:r>
            <a:r>
              <a:rPr lang="en-IN" sz="3600" dirty="0"/>
              <a:t> Codec Technologies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70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INTERNSHIP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&amp; Offer Letter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4F6FC"/>
          </a:solidFill>
          <a:ln/>
        </p:spPr>
      </p:sp>
      <p:pic>
        <p:nvPicPr>
          <p:cNvPr id="5" name="Image 0" descr="/home/claude/proj/offer-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83080"/>
            <a:ext cx="512064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989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— Codec Technologies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4F6FC"/>
          </a:solidFill>
          <a:ln/>
        </p:spPr>
      </p:sp>
      <p:pic>
        <p:nvPicPr>
          <p:cNvPr id="8" name="Image 1" descr="/home/claude/proj/cert-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2331720"/>
            <a:ext cx="5120640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72200" y="5989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Internship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Beginner-Friendly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built during my ML Internship at Codec Technologies Pvt. Ltd.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25400">
            <a:solidFill>
              <a:srgbClr val="F2A3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54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Kumar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  |  29 Jun 2026 – 29 Jul 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Did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92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566928"/>
          </a:xfrm>
          <a:prstGeom prst="rect">
            <a:avLst/>
          </a:prstGeom>
          <a:solidFill>
            <a:srgbClr val="F2A3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7830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6492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96312"/>
            <a:ext cx="73152" cy="566928"/>
          </a:xfrm>
          <a:prstGeom prst="rect">
            <a:avLst/>
          </a:prstGeom>
          <a:solidFill>
            <a:srgbClr val="F2A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963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4963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6492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09544"/>
            <a:ext cx="73152" cy="566928"/>
          </a:xfrm>
          <a:prstGeom prst="rect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209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2095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2026 – 29 July 2026 (1 Month)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6492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22776"/>
            <a:ext cx="73152" cy="566928"/>
          </a:xfrm>
          <a:prstGeom prst="rect">
            <a:avLst/>
          </a:prstGeom>
          <a:solidFill>
            <a:srgbClr val="F2A3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2277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39227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India, Hybrid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6492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636008"/>
            <a:ext cx="73152" cy="566928"/>
          </a:xfrm>
          <a:prstGeom prst="rect">
            <a:avLst/>
          </a:prstGeom>
          <a:solidFill>
            <a:srgbClr val="F2A3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6360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6360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Internship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178308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809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2423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gave me hands-on, practical exposure to how AI/ML projects are actually built — from picking a simple problem to shipping a working demo.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80960" y="384048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2A34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812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 Partner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440740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2A348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18120" y="4407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Certified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497433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2A348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974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beginners find it hard to understand how conversational AI works. The goal was to design and build a simple chatbot that can understand basic user messages and reply automatically — without needing complex, heavy AI models.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replies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need quick answers to common questions, but no one is always available to respond.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3832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building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800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beginner, the best way to understand NLP and chat systems is to build one from scratch.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3832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800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 lightweight, easy-to-explain chatbot rather than a complex, hard-to-debug system.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3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simple, rule-based chatbot using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3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334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understand common greetings, questions &amp; keywords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3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467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relevant automatic replies in real 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3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599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basic building blocks of NLP &amp; conversational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3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731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working, demo-ready beginner project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365760" cy="3657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used to write the chatbot logic.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938528"/>
            <a:ext cx="365760" cy="3657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Rule Matching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if-else and keyword-matching logic to understand user input.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1938528"/>
            <a:ext cx="365760" cy="3657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Handling (NLP basics)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cleaning and matching text — the beginner-level NLP used.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630168"/>
            <a:ext cx="365760" cy="3657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087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VS 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16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used to write, run and test the chatbot step by step.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42900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630168"/>
            <a:ext cx="365760" cy="3657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4087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16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runs and chats with the user directly in the terminal/console.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42900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3630168"/>
            <a:ext cx="365760" cy="3657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4087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Local Setup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416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quick testing during the internship's hybrid mode.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How I Built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2011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5146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Sample Inputs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common things users might type — greetings, questions, thank-yous, goodbyes.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06624" y="182880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71216" y="2011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71216" y="25146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Text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71216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input to lowercase and removed extra spaces/punctuation so matching is reliable.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64608" y="182880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2011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5146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Keywords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cleaned input against predefined keyword lists using simple if-else conditions.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22592" y="182880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87184" y="2011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87184" y="25146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Response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matched keyword group, the bot picks a suitable reply from a small response set.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089136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80576" y="182880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45168" y="2011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5146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a Loop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everything in a while loop so the bot keeps chatting until the user types 'bye'.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28346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A34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42616" y="28346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62656" y="28346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A34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54096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37176" y="28346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57216" y="28346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A34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48656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are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28346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51776" y="28346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A34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43216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Reply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Selected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8346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46336" y="28346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A3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37776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Displays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46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the input contains “hello” or “hi” → the bot replies with a greeting. If it contains “bye” → the chat loop ends.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Conversation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343400"/>
          </a:xfrm>
          <a:prstGeom prst="roundRect">
            <a:avLst>
              <a:gd name="adj" fmla="val 252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56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— CONSOLE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2267712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F2A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267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there!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734056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7340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help you today?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F2A3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name?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666744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6667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simple chatbot built by Mayank.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4133088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F2A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4133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599432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599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welcome! Happy to help.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97280" y="5065776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F2A3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5065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53212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Goodbye! Have a great day.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8040" y="2221992"/>
            <a:ext cx="137160" cy="1371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greetings &amp; basic questions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78040" y="2880360"/>
            <a:ext cx="137160" cy="1371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2807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automated text replies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78040" y="3538728"/>
            <a:ext cx="137160" cy="1371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34655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until user says 'bye'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78040" y="4197096"/>
            <a:ext cx="137160" cy="1371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360" y="41239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no heavy libraries needed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78040" y="4855464"/>
            <a:ext cx="137160" cy="13716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4782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 with more keywords later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Handling different ways users phrase the same question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Avoiding the bot giving no reply for unmatched input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5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Keeping keyword lists organized as they grew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Basics of how chatbots and NLP systems work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1363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Writing clean, structured Python logic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496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Debugging and testing conversational flows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628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Presenting a technical project simply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846320"/>
            <a:ext cx="3200400" cy="32004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4290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answer any questions about the project or my internship experience.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0" y="4206240"/>
            <a:ext cx="1371600" cy="0"/>
          </a:xfrm>
          <a:prstGeom prst="line">
            <a:avLst/>
          </a:prstGeom>
          <a:noFill/>
          <a:ln w="25400">
            <a:solidFill>
              <a:srgbClr val="F2A3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Kumar  |  Machine Learning Intern  |  Codec Technologies Pvt. Ltd.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773</Words>
  <Application>Microsoft Office PowerPoint</Application>
  <PresentationFormat>Widescreen</PresentationFormat>
  <Paragraphs>158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Mayank kumar</cp:lastModifiedBy>
  <cp:revision>2</cp:revision>
  <dcterms:created xsi:type="dcterms:W3CDTF">2026-08-29T13:09:38Z</dcterms:created>
  <dcterms:modified xsi:type="dcterms:W3CDTF">2026-08-29T13:50:39Z</dcterms:modified>
</cp:coreProperties>
</file>